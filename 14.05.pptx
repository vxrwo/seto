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4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FA76B-6857-40FC-895F-3F7672506D4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036B0-1EC0-436E-88BE-E34F1F9A6E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503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E3B5BA-0A52-4CAD-BD54-356691D22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293929-AF65-4749-9113-C6C2A92C6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94038D-465E-4857-86FF-E6DD76C06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65A35-4725-4390-BFEB-40F1D83311A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9A7407-967E-443D-8604-54CC330D1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F8E101-FB4C-409A-8D4B-139CD02F6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402A3-0384-41BB-84E9-05DE2B6B4D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175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26493-CE50-45B9-AA85-8ADD41FA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8D71DA-3B0A-4FE1-9C1F-1B907C654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38C6CF-12AC-46EB-832B-7F18EDB58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65A35-4725-4390-BFEB-40F1D83311A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BC5D0F-4D6E-44C6-AFC2-E0C9ACA52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C9E54C-8D29-4FE2-A136-E3A843E01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402A3-0384-41BB-84E9-05DE2B6B4D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3427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6888FF-BCC1-458E-9F16-73F73CC5D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86A101-8575-4613-AF16-6CD10794A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A25822-C974-4D86-81C4-0D53FD3D2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65A35-4725-4390-BFEB-40F1D83311A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2E9BCD-72DC-41EE-8460-66D14FE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B3DC9B-A407-4151-828A-792F10C9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402A3-0384-41BB-84E9-05DE2B6B4D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71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3EB6B-C93B-451C-A8F7-3E9845270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C3EB0A-B6A2-45B3-84C1-1FCBF5070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FCBE29-B776-4FA2-AF66-71DC0B477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B82A84-EC7F-46C9-9149-2BF4E349C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65A35-4725-4390-BFEB-40F1D83311A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95E7AE-19FA-4D0B-A475-D56951206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E5A3CE-4065-4791-B1F8-9A58A9F62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402A3-0384-41BB-84E9-05DE2B6B4D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683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23CCD-998F-42A3-9EA8-7FB202CFB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3A8E8D-701A-499D-A517-F80DB5144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57DA45-AB99-4E9D-8469-67C3679D6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0EA319B-998C-44AF-B21D-3E46AF9025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7473062-DD49-41F3-B294-FBD2566EB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01ABA5C-1C14-448F-8B81-9F0A1ADD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65A35-4725-4390-BFEB-40F1D83311A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63505F7-BE6C-473D-8484-6C83B35B0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4771B1E-8CE4-4B76-9F6C-72D000A1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402A3-0384-41BB-84E9-05DE2B6B4D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1257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D5D22-331A-4CF8-9F4E-16F02D567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8D87FE2-23D6-4CE7-9FE8-CB06C5BC4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65A35-4725-4390-BFEB-40F1D83311A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CCE5B2D-095A-4313-843D-CCE004917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3DDAADD-E7C2-47A7-84CD-4D335B6F7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402A3-0384-41BB-84E9-05DE2B6B4D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048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9FE3E46-35E0-4ECF-8E4A-CBD5BD80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65A35-4725-4390-BFEB-40F1D83311A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F9347E4-C4D9-4117-8912-C5D11377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B8EEF9-51E9-4D2C-8510-3C6DD0BEE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402A3-0384-41BB-84E9-05DE2B6B4D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4544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4AAC1B-7620-4098-AA70-9A574701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6B1EE6-E62F-4F99-A540-5A5BD5127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FDC8DBF-0DA7-4A90-897C-35D22C995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B5505F-CD50-436A-A200-64739EB0F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65A35-4725-4390-BFEB-40F1D83311A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6DFC80E-31A1-4A0E-96A4-BFD9AE4EC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9D5737-611A-4DC9-8EA1-372EDF912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402A3-0384-41BB-84E9-05DE2B6B4D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022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95C418-D12F-4E2E-8758-6BC1DC5E8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8FFC793-4C7B-4CEB-BC55-16CE79D9FD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93C700-F5A9-4868-A9A5-5B52C1276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3F5E47-3F8F-4BA7-A991-0DDE813B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65A35-4725-4390-BFEB-40F1D83311A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E7AD81-868C-4C7E-A659-C29275E2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A56AEDB-B059-4BF4-BC01-C0B3B01F5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402A3-0384-41BB-84E9-05DE2B6B4D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016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57E37-6F5C-41A6-83D1-6CA7FF6CB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6061733-110E-46B9-B06B-B5D2EF332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C5D657-D0BF-4564-9201-75DE0D60E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65A35-4725-4390-BFEB-40F1D83311A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B13F8D-1ECB-46DD-A888-2B50EA75F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A2BE4C-C85F-43E5-9FF6-1FCD4A60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402A3-0384-41BB-84E9-05DE2B6B4D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132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DBDCA22-CD08-4328-BAB1-2313A68FCC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A292AAA-9DF9-4876-ACD4-9A3F3DF7F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FF708F-C1FE-42B4-BFCB-E00635540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65A35-4725-4390-BFEB-40F1D83311A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0381E6-30DB-4EE7-B944-D11286CD5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4D7D66-41AC-415D-917D-556EDB6ED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402A3-0384-41BB-84E9-05DE2B6B4D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553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709D7-315A-4636-A1EA-CF473BBDF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7B7C4D-F5AD-4043-A589-D3604256F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B99453-D5F3-487A-B18E-2FA6F1B876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65A35-4725-4390-BFEB-40F1D83311A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3E5D15-06D6-4364-8BED-FDF0D9FCD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D22B30-50A3-4343-94C9-B8DC6189F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402A3-0384-41BB-84E9-05DE2B6B4D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22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67176F-BB4C-4768-9F55-5BFAFCCA5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352550"/>
            <a:ext cx="9144000" cy="2387600"/>
          </a:xfrm>
        </p:spPr>
        <p:txBody>
          <a:bodyPr>
            <a:noAutofit/>
          </a:bodyPr>
          <a:lstStyle/>
          <a:p>
            <a:pPr indent="450215" algn="ctr">
              <a:lnSpc>
                <a:spcPct val="150000"/>
              </a:lnSpc>
              <a:spcAft>
                <a:spcPts val="129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Автономная некоммерческая организация среднего профессионального образования «Цифровой колледж «Синергия»</a:t>
            </a:r>
            <a:b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КУРСОВОЙ ПРОЕКТ</a:t>
            </a:r>
            <a:b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МДК.01.02 Разработка кода информационных систем</a:t>
            </a:r>
            <a:b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 теме «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Положение о сервисе совместного использования общего имущества, закрепленного на праве оперативного управления за ГБУ РС (Я) «Служба эксплуатационно-технического обеспечения»</a:t>
            </a:r>
            <a:r>
              <a:rPr lang="ru-RU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1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0757800-495B-464A-B52E-BD1DAAA3C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3520" y="3429000"/>
            <a:ext cx="10244959" cy="3215480"/>
          </a:xfrm>
        </p:spPr>
        <p:txBody>
          <a:bodyPr>
            <a:normAutofit fontScale="92500" lnSpcReduction="20000"/>
          </a:bodyPr>
          <a:lstStyle/>
          <a:p>
            <a:endParaRPr lang="ru-RU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		Выполнил работу</a:t>
            </a:r>
          </a:p>
          <a:p>
            <a:pPr algn="l"/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lang="ru-RU"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Третьяков Эльдар Вадимович</a:t>
            </a:r>
            <a:endParaRPr lang="ru-RU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		Обучающийся группы ИСИП 23/9 Р</a:t>
            </a:r>
          </a:p>
          <a:p>
            <a:endParaRPr lang="ru-RU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г. Якутск, 2026 г.</a:t>
            </a:r>
            <a:endParaRPr lang="ru-RU" dirty="0"/>
          </a:p>
        </p:txBody>
      </p:sp>
      <p:pic>
        <p:nvPicPr>
          <p:cNvPr id="1025" name="Рисунок 3">
            <a:extLst>
              <a:ext uri="{FF2B5EF4-FFF2-40B4-BE49-F238E27FC236}">
                <a16:creationId xmlns:a16="http://schemas.microsoft.com/office/drawing/2014/main" id="{678010D7-CFCC-4C7E-9993-EC92AB5D4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72" t="24861" r="42520" b="25139"/>
          <a:stretch>
            <a:fillRect/>
          </a:stretch>
        </p:blipFill>
        <p:spPr bwMode="auto">
          <a:xfrm>
            <a:off x="346841" y="361950"/>
            <a:ext cx="863600" cy="83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0190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33EE9C-EB51-A2AC-3604-709387013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	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4D1727-BEBC-0EA0-B1B2-A1E247DF1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В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современных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условиях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цифровизации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возрастает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необходимость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автоматизации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процессов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аренды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помещений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 и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обработки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заявок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пользователей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Разработка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веб-приложения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позволяет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значительно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упростить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взаимодействие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между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клиентами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 и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администрацией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сервиса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аренды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Times New Roman" panose="02020603050405020304" pitchFamily="18" charset="0"/>
              <a:ea typeface="MS Mincho" panose="020B0400000000000000" pitchFamily="49" charset="-128"/>
              <a:cs typeface="Times New Roman" panose="02020603050405020304" pitchFamily="18" charset="0"/>
            </a:endParaRPr>
          </a:p>
          <a:p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429082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B4657E-B1CB-382C-4AB5-80CB0963B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страница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B16F2B-C2D5-4A74-57E7-75B47DEE9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93875"/>
            <a:ext cx="4241800" cy="4351338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страница содержит каталог помещений с краткой информацией о стоимости аренды, вместимости и адресе. Пользователь может выбрать подходящее помещение и перейти к бронированию.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главная.png">
            <a:extLst>
              <a:ext uri="{FF2B5EF4-FFF2-40B4-BE49-F238E27FC236}">
                <a16:creationId xmlns:a16="http://schemas.microsoft.com/office/drawing/2014/main" id="{3FDABC79-B569-51F7-F0F5-609A8B244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140" y="1690688"/>
            <a:ext cx="6217920" cy="31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617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C19E2C-34E6-86F9-B406-3DBFFF03A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630242-EDC0-73B0-25A6-84167F2FA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традиционное планирование (бумажные журналы, устные договорённости) не даёт прозрачности и ведёт к конфликтам при одновременном бронировании помещений.</a:t>
            </a:r>
          </a:p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для ГБУ РС(Я) «СЭТО»: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Разнородный фонд помещений (от актовых залов до переговорных)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Широкий круг пользователей (сотрудники, подведомственные организации, сторонние арендаторы)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Приоритетные категории пользователей (гибкое управление очередностью)</a:t>
            </a:r>
          </a:p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Эффект от автоматизации: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снижение конфликтов при бронировании на 60–75%, сокращение нагрузки на сотрудников, ускорение решений.</a:t>
            </a:r>
          </a:p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Соответствие госполитике: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реализует приоритеты цифровой трансформации госуправления (НП «Цифровая экономика РФ»).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302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2EA4B6-247C-5AB0-970D-DBA523EC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062B2A-F4CD-2672-41A2-83E619F03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Положение о сервисе совместного использования имущества ГБУ РС(Я) «СЭТО»</a:t>
            </a:r>
            <a:b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(утверждено руководством Управления делами Главы и Правительства РС(Я), обязательно для всех)</a:t>
            </a:r>
          </a:p>
          <a:p>
            <a:pPr algn="l"/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Объекты: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актовые, конференц-, спортивные залы, комнаты отдыха и др. помещения общего пользования.</a:t>
            </a:r>
          </a:p>
          <a:p>
            <a:pPr algn="l"/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 (п. 1.2):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справедливый и прозрачный доступ, оптимизация использования, минимизация конфликтов при бронировании.</a:t>
            </a:r>
          </a:p>
          <a:p>
            <a:pPr algn="l"/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Субъекты (п. 1.3):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сотрудники, ссудополучатели, сторонние арендаторы и иные лица.</a:t>
            </a:r>
          </a:p>
          <a:p>
            <a:pPr algn="l"/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Паспортизация (п. 2.2):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каждый объект имеет паспорт (площадь, вместимость, оборудование, график, особые условия) — единая база для бронирования.</a:t>
            </a:r>
          </a:p>
          <a:p>
            <a:pPr algn="l"/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документа: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бронирование, правила использования, ответственность, споры, техобслуживание и др. → полное регулирование.</a:t>
            </a:r>
          </a:p>
          <a:p>
            <a:pPr algn="l"/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Значение для автоматизации: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Положение задаёт бизнес-логику ИС (обязательные поля, приоритеты, сроки заявок) → основа для технического задания.</a:t>
            </a:r>
          </a:p>
          <a:p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566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B806C2-80A0-695E-15E9-483B1F0CE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Выбор технологического стека и архитектуры системы </a:t>
            </a:r>
            <a:endParaRPr lang="ru-RU" sz="8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13BF7F-7684-982D-F400-74B269F6A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 ИС бронирования СЭТО</a:t>
            </a:r>
            <a:endParaRPr lang="ru-RU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Архитектура: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трёхзвенная клиент-серверная (уровень представления, бизнес-логики, хранения данных) → независимость, масштабируемость</a:t>
            </a:r>
          </a:p>
          <a:p>
            <a:pPr algn="l"/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Back-</a:t>
            </a:r>
            <a:r>
              <a:rPr lang="ru-RU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Python + </a:t>
            </a:r>
            <a:r>
              <a:rPr lang="ru-RU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endParaRPr lang="ru-RU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Готовые модули: аутентификация, роли (сотрудники/арендаторы/администраторы), ORM, админ-панель, формы</a:t>
            </a:r>
          </a:p>
          <a:p>
            <a:pPr algn="l"/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Front-</a:t>
            </a:r>
            <a:r>
              <a:rPr lang="ru-RU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React.js + </a:t>
            </a:r>
            <a:r>
              <a:rPr lang="ru-RU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FullCalendar</a:t>
            </a:r>
            <a:endParaRPr lang="ru-RU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Динамическое обновление расписания без перезагрузки страницы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Интерактивный календарь бронирований</a:t>
            </a:r>
          </a:p>
          <a:p>
            <a:pPr algn="l"/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БД: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ru-RU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Транзакции с высоким уровнем изоляции – защита от гонки данных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диапазонами дат – проверка пересечений бронирований</a:t>
            </a:r>
          </a:p>
          <a:p>
            <a:pPr algn="l"/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Взаимодействие: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REST API – возможность подключения мобильных приложений без изменения сервера</a:t>
            </a:r>
          </a:p>
          <a:p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405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9491F-CCDB-44D6-280E-537572FDF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 бронирования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58BFD7-E9FF-3CC8-3217-B4CBF2AB0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71950" cy="4351338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 бронирования позволяет пользователю оформить заявку на аренду помещения. В заявке указываются дата, время проведения мероприятия, количество участников и дополнительные требования.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форма брони.png">
            <a:extLst>
              <a:ext uri="{FF2B5EF4-FFF2-40B4-BE49-F238E27FC236}">
                <a16:creationId xmlns:a16="http://schemas.microsoft.com/office/drawing/2014/main" id="{A1C5D2E7-74BA-0F1B-259B-FEAA4A383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396" y="2008981"/>
            <a:ext cx="6217920" cy="315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015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7886B0-0844-7E2D-BE0E-CCC7B0476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5AF594-0592-B0E7-43D4-95743E42E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тестирования была проверена работа основных функций системы: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регистрация пользователей;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авторизация;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оформление бронирования;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работа базы данных;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корректность отображения интерфейса.</a:t>
            </a:r>
          </a:p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403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E0DBBC-25F4-302A-EF47-26ABF70BE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Административная панель</a:t>
            </a:r>
          </a:p>
        </p:txBody>
      </p:sp>
      <p:pic>
        <p:nvPicPr>
          <p:cNvPr id="4" name="Picture 3" descr="админ панель.png">
            <a:extLst>
              <a:ext uri="{FF2B5EF4-FFF2-40B4-BE49-F238E27FC236}">
                <a16:creationId xmlns:a16="http://schemas.microsoft.com/office/drawing/2014/main" id="{F581B1E5-3A55-01E6-FC32-77FF57BCF1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7014" y="1814512"/>
            <a:ext cx="8495271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2D10E-9953-36E3-1D12-E1D0706AE87B}"/>
              </a:ext>
            </a:extLst>
          </p:cNvPr>
          <p:cNvSpPr txBox="1"/>
          <p:nvPr/>
        </p:nvSpPr>
        <p:spPr>
          <a:xfrm>
            <a:off x="628650" y="1520736"/>
            <a:ext cx="2895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Административная панель предназначена для управления системой. Администратор может добавлять помещения, просматривать заявки, редактировать данные пользователей и контролировать работу сервиса.</a:t>
            </a:r>
          </a:p>
        </p:txBody>
      </p:sp>
    </p:spTree>
    <p:extLst>
      <p:ext uri="{BB962C8B-B14F-4D97-AF65-F5344CB8AC3E}">
        <p14:creationId xmlns:p14="http://schemas.microsoft.com/office/powerpoint/2010/main" val="1610115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3161AE-C7E3-E632-8549-75C693504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BB1A4F-2E28-FD11-0AF0-906120419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Разработанная система позволяет: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автоматизировать процесс аренды;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ускорить обработку заявок;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повысить удобство пользователей;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сократить нагрузку на администрацию;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централизованно хранить информацию.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82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F9659F-0530-A466-26EA-6C73952E2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EFF6FC-ABA7-30D3-4BCC-5BB34F2A4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выполнения проекта была разработана система аренды помещений. Созданное веб-приложение соответствует современным требованиям и может использоваться как основа для дальнейшего развития полноценного сервиса аренды.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478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442E7E-D5E3-2A89-1E4F-C29B97F5D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3455E9-45C6-1EFD-6B86-5F9E2E316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7646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669</Words>
  <Application>Microsoft Office PowerPoint</Application>
  <PresentationFormat>Широкоэкранный</PresentationFormat>
  <Paragraphs>53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Тема Office</vt:lpstr>
      <vt:lpstr>Автономная некоммерческая организация среднего профессионального образования «Цифровой колледж «Синергия» КУРСОВОЙ ПРОЕКТ МДК.01.02 Разработка кода информационных систем по теме «Положение о сервисе совместного использования общего имущества, закрепленного на праве оперативного управления за ГБУ РС (Я) «Служба эксплуатационно-технического обеспечения»»</vt:lpstr>
      <vt:lpstr>Введение </vt:lpstr>
      <vt:lpstr>Главная страница</vt:lpstr>
      <vt:lpstr>Актуальность</vt:lpstr>
      <vt:lpstr>Введение</vt:lpstr>
      <vt:lpstr>Выбор технологического стека и архитектуры системы </vt:lpstr>
      <vt:lpstr>Форма бронирования</vt:lpstr>
      <vt:lpstr>Тестирование проекта</vt:lpstr>
      <vt:lpstr>Административная панель</vt:lpstr>
      <vt:lpstr>Преимущества системы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Автономная некоммерческая организация среднего профессионального образования «Цифровой колледж «Синергия» КУРСОВОЙ ПРОЕКТ МДК.01.02 Разработка кода информационных систем по теме «Разработка сайта для игры Frost &amp; Dark»</dc:title>
  <dc:creator>Student</dc:creator>
  <cp:lastModifiedBy>иванов кирилл</cp:lastModifiedBy>
  <cp:revision>20</cp:revision>
  <dcterms:created xsi:type="dcterms:W3CDTF">2026-05-11T04:00:26Z</dcterms:created>
  <dcterms:modified xsi:type="dcterms:W3CDTF">2026-05-13T16:54:30Z</dcterms:modified>
</cp:coreProperties>
</file>